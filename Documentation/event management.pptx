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5"/>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DE0B9D-F8CB-4851-B7FD-1290B79E5B89}" type="datetimeFigureOut">
              <a:rPr lang="en-US" smtClean="0"/>
              <a:pPr/>
              <a:t>3/29/2024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49D73A-4DAB-4673-BF25-4D9882A19E9F}" type="slidenum">
              <a:rPr lang="en-US" smtClean="0"/>
              <a:pPr/>
              <a:t>‹#›</a:t>
            </a:fld>
            <a:endParaRPr lang="en-US"/>
          </a:p>
        </p:txBody>
      </p:sp>
    </p:spTree>
    <p:extLst>
      <p:ext uri="{BB962C8B-B14F-4D97-AF65-F5344CB8AC3E}">
        <p14:creationId xmlns:p14="http://schemas.microsoft.com/office/powerpoint/2010/main" val="455428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349D73A-4DAB-4673-BF25-4D9882A19E9F}" type="slidenum">
              <a:rPr lang="en-US" smtClean="0"/>
              <a:pPr/>
              <a:t>13</a:t>
            </a:fld>
            <a:endParaRPr lang="en-US"/>
          </a:p>
        </p:txBody>
      </p:sp>
    </p:spTree>
    <p:extLst>
      <p:ext uri="{BB962C8B-B14F-4D97-AF65-F5344CB8AC3E}">
        <p14:creationId xmlns:p14="http://schemas.microsoft.com/office/powerpoint/2010/main" val="22727873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4489157" y="533400"/>
            <a:ext cx="68072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7828299" y="6557946"/>
            <a:ext cx="2669952" cy="226902"/>
          </a:xfrm>
        </p:spPr>
        <p:txBody>
          <a:bodyPr/>
          <a:lstStyle>
            <a:lvl1pPr>
              <a:defRPr lang="en-US" smtClean="0">
                <a:solidFill>
                  <a:srgbClr val="FFFFFF"/>
                </a:solidFill>
              </a:defRPr>
            </a:lvl1pPr>
            <a:extLst/>
          </a:lstStyle>
          <a:p>
            <a:fld id="{C9AAA043-2E2C-4EB2-BBD5-35AA036B32B8}" type="datetimeFigureOut">
              <a:rPr lang="en-US" smtClean="0"/>
              <a:pPr/>
              <a:t>3/29/2024</a:t>
            </a:fld>
            <a:endParaRPr lang="en-US"/>
          </a:p>
        </p:txBody>
      </p:sp>
      <p:sp>
        <p:nvSpPr>
          <p:cNvPr id="18" name="Footer Placeholder 17"/>
          <p:cNvSpPr>
            <a:spLocks noGrp="1"/>
          </p:cNvSpPr>
          <p:nvPr>
            <p:ph type="ftr" sz="quarter" idx="11"/>
          </p:nvPr>
        </p:nvSpPr>
        <p:spPr>
          <a:xfrm>
            <a:off x="3759200" y="6557946"/>
            <a:ext cx="3903629"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extLst/>
          </a:lstStyle>
          <a:p>
            <a:fld id="{C132B70E-C483-4D6B-BB92-A65B1E289C23}"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9AAA043-2E2C-4EB2-BBD5-35AA036B32B8}" type="datetimeFigureOut">
              <a:rPr lang="en-US" smtClean="0"/>
              <a:pPr/>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2B70E-C483-4D6B-BB92-A65B1E289C2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2400" y="2821838"/>
            <a:ext cx="8340651"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298984" y="6556810"/>
            <a:ext cx="2669952" cy="226902"/>
          </a:xfrm>
        </p:spPr>
        <p:txBody>
          <a:bodyPr bIns="0" anchor="b"/>
          <a:lstStyle>
            <a:lvl1pPr>
              <a:defRPr>
                <a:solidFill>
                  <a:schemeClr val="tx2"/>
                </a:solidFill>
              </a:defRPr>
            </a:lvl1pPr>
            <a:extLst/>
          </a:lstStyle>
          <a:p>
            <a:fld id="{C9AAA043-2E2C-4EB2-BBD5-35AA036B32B8}" type="datetimeFigureOut">
              <a:rPr lang="en-US" smtClean="0"/>
              <a:pPr/>
              <a:t>3/29/2024</a:t>
            </a:fld>
            <a:endParaRPr lang="en-US"/>
          </a:p>
        </p:txBody>
      </p:sp>
      <p:sp>
        <p:nvSpPr>
          <p:cNvPr id="5" name="Footer Placeholder 4"/>
          <p:cNvSpPr>
            <a:spLocks noGrp="1"/>
          </p:cNvSpPr>
          <p:nvPr>
            <p:ph type="ftr" sz="quarter" idx="11"/>
          </p:nvPr>
        </p:nvSpPr>
        <p:spPr>
          <a:xfrm>
            <a:off x="2313811" y="6556810"/>
            <a:ext cx="38608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8978603" y="6555112"/>
            <a:ext cx="784448" cy="228600"/>
          </a:xfrm>
        </p:spPr>
        <p:txBody>
          <a:bodyPr/>
          <a:lstStyle/>
          <a:p>
            <a:fld id="{C132B70E-C483-4D6B-BB92-A65B1E289C23}"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9AAA043-2E2C-4EB2-BBD5-35AA036B32B8}" type="datetimeFigureOut">
              <a:rPr lang="en-US" smtClean="0"/>
              <a:pPr/>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32B70E-C483-4D6B-BB92-A65B1E289C2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9AAA043-2E2C-4EB2-BBD5-35AA036B32B8}" type="datetimeFigureOut">
              <a:rPr lang="en-US" smtClean="0"/>
              <a:pPr/>
              <a:t>3/29/2024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32B70E-C483-4D6B-BB92-A65B1E289C2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C9AAA043-2E2C-4EB2-BBD5-35AA036B32B8}" type="datetimeFigureOut">
              <a:rPr lang="en-US" smtClean="0"/>
              <a:pPr/>
              <a:t>3/29/2024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32B70E-C483-4D6B-BB92-A65B1E289C2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C9AAA043-2E2C-4EB2-BBD5-35AA036B32B8}" type="datetimeFigureOut">
              <a:rPr lang="en-US" smtClean="0"/>
              <a:pPr/>
              <a:t>3/29/2024</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p>
            <a:fld id="{C132B70E-C483-4D6B-BB92-A65B1E289C2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86384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9AAA043-2E2C-4EB2-BBD5-35AA036B32B8}" type="datetimeFigureOut">
              <a:rPr lang="en-US" smtClean="0"/>
              <a:pPr/>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32B70E-C483-4D6B-BB92-A65B1E289C2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C9AAA043-2E2C-4EB2-BBD5-35AA036B32B8}" type="datetimeFigureOut">
              <a:rPr lang="en-US" smtClean="0"/>
              <a:pPr/>
              <a:t>3/29/2024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32B70E-C483-4D6B-BB92-A65B1E289C23}" type="slidenum">
              <a:rPr lang="en-US" smtClean="0"/>
              <a:pPr/>
              <a:t>‹#›</a:t>
            </a:fld>
            <a:endParaRPr lang="en-US"/>
          </a:p>
        </p:txBody>
      </p:sp>
      <p:sp>
        <p:nvSpPr>
          <p:cNvPr id="10" name="Picture Placeholder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9AAA043-2E2C-4EB2-BBD5-35AA036B32B8}" type="datetimeFigureOut">
              <a:rPr lang="en-US" smtClean="0"/>
              <a:pPr/>
              <a:t>3/29/2024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32B70E-C483-4D6B-BB92-A65B1E289C2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274956"/>
            <a:ext cx="2032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5657088" y="6557946"/>
            <a:ext cx="2669952" cy="226902"/>
          </a:xfrm>
        </p:spPr>
        <p:txBody>
          <a:bodyPr/>
          <a:lstStyle/>
          <a:p>
            <a:fld id="{C9AAA043-2E2C-4EB2-BBD5-35AA036B32B8}" type="datetimeFigureOut">
              <a:rPr lang="en-US" smtClean="0"/>
              <a:pPr/>
              <a:t>3/29/2024</a:t>
            </a:fld>
            <a:endParaRPr lang="en-US"/>
          </a:p>
        </p:txBody>
      </p:sp>
      <p:sp>
        <p:nvSpPr>
          <p:cNvPr id="5" name="Footer Placeholder 4"/>
          <p:cNvSpPr>
            <a:spLocks noGrp="1"/>
          </p:cNvSpPr>
          <p:nvPr>
            <p:ph type="ftr" sz="quarter" idx="11"/>
          </p:nvPr>
        </p:nvSpPr>
        <p:spPr>
          <a:xfrm>
            <a:off x="609600" y="6556248"/>
            <a:ext cx="4876800" cy="228600"/>
          </a:xfrm>
        </p:spPr>
        <p:txBody>
          <a:bodyPr/>
          <a:lstStyle/>
          <a:p>
            <a:endParaRPr lang="en-US"/>
          </a:p>
        </p:txBody>
      </p:sp>
      <p:sp>
        <p:nvSpPr>
          <p:cNvPr id="6" name="Slide Number Placeholder 5"/>
          <p:cNvSpPr>
            <a:spLocks noGrp="1"/>
          </p:cNvSpPr>
          <p:nvPr>
            <p:ph type="sldNum" sz="quarter" idx="12"/>
          </p:nvPr>
        </p:nvSpPr>
        <p:spPr>
          <a:xfrm>
            <a:off x="8339328" y="6553200"/>
            <a:ext cx="784448" cy="228600"/>
          </a:xfrm>
        </p:spPr>
        <p:txBody>
          <a:bodyPr/>
          <a:lstStyle>
            <a:lvl1pPr>
              <a:defRPr>
                <a:solidFill>
                  <a:schemeClr val="tx2"/>
                </a:solidFill>
              </a:defRPr>
            </a:lvl1pPr>
            <a:extLst/>
          </a:lstStyle>
          <a:p>
            <a:fld id="{C132B70E-C483-4D6B-BB92-A65B1E289C2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609600" y="1609416"/>
            <a:ext cx="9652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extLst/>
          </a:lstStyle>
          <a:p>
            <a:fld id="{C9AAA043-2E2C-4EB2-BBD5-35AA036B32B8}" type="datetimeFigureOut">
              <a:rPr lang="en-US" smtClean="0"/>
              <a:pPr/>
              <a:t>3/29/2024</a:t>
            </a:fld>
            <a:endParaRPr lang="en-US"/>
          </a:p>
        </p:txBody>
      </p:sp>
      <p:sp>
        <p:nvSpPr>
          <p:cNvPr id="4" name="Footer Placeholder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C132B70E-C483-4D6B-BB92-A65B1E289C2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334851"/>
            <a:ext cx="7766936" cy="3715985"/>
          </a:xfrm>
        </p:spPr>
        <p:txBody>
          <a:bodyPr/>
          <a:lstStyle/>
          <a:p>
            <a:r>
              <a:rPr lang="en-US" dirty="0">
                <a:solidFill>
                  <a:schemeClr val="accent5"/>
                </a:solidFill>
              </a:rPr>
              <a:t>Event Management System</a:t>
            </a:r>
          </a:p>
        </p:txBody>
      </p:sp>
      <p:sp>
        <p:nvSpPr>
          <p:cNvPr id="3" name="Subtitle 2"/>
          <p:cNvSpPr>
            <a:spLocks noGrp="1"/>
          </p:cNvSpPr>
          <p:nvPr>
            <p:ph type="subTitle" idx="1"/>
          </p:nvPr>
        </p:nvSpPr>
        <p:spPr>
          <a:xfrm>
            <a:off x="4472589" y="3539864"/>
            <a:ext cx="6948080" cy="1097450"/>
          </a:xfrm>
        </p:spPr>
        <p:txBody>
          <a:bodyPr>
            <a:normAutofit fontScale="25000" lnSpcReduction="20000"/>
          </a:bodyPr>
          <a:lstStyle/>
          <a:p>
            <a:endParaRPr lang="en-US" dirty="0"/>
          </a:p>
          <a:p>
            <a:endParaRPr lang="en-US" dirty="0"/>
          </a:p>
          <a:p>
            <a:endParaRPr lang="en-US" dirty="0"/>
          </a:p>
          <a:p>
            <a:endParaRPr lang="en-US" dirty="0"/>
          </a:p>
          <a:p>
            <a:r>
              <a:rPr lang="en-US" sz="9600" dirty="0"/>
              <a:t>Submitted By:</a:t>
            </a:r>
          </a:p>
          <a:p>
            <a:r>
              <a:rPr lang="en-US" sz="9600" dirty="0"/>
              <a:t>Shubham </a:t>
            </a:r>
            <a:r>
              <a:rPr lang="en-US" sz="9600" dirty="0" err="1"/>
              <a:t>Nandedkar</a:t>
            </a:r>
            <a:endParaRPr lang="en-US" sz="9600" dirty="0"/>
          </a:p>
          <a:p>
            <a:endParaRPr lang="en-US" sz="9600" dirty="0"/>
          </a:p>
          <a:p>
            <a:endParaRPr lang="en-US" sz="9600" dirty="0"/>
          </a:p>
          <a:p>
            <a:endParaRPr lang="en-US" sz="9600" dirty="0"/>
          </a:p>
        </p:txBody>
      </p:sp>
    </p:spTree>
    <p:extLst>
      <p:ext uri="{BB962C8B-B14F-4D97-AF65-F5344CB8AC3E}">
        <p14:creationId xmlns:p14="http://schemas.microsoft.com/office/powerpoint/2010/main" val="1242983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Black" panose="020B0A04020102020204" pitchFamily="34" charset="0"/>
              </a:rPr>
              <a:t>Agenda</a:t>
            </a:r>
          </a:p>
        </p:txBody>
      </p:sp>
      <p:sp>
        <p:nvSpPr>
          <p:cNvPr id="3" name="Content Placeholder 2"/>
          <p:cNvSpPr>
            <a:spLocks noGrp="1"/>
          </p:cNvSpPr>
          <p:nvPr>
            <p:ph idx="1"/>
          </p:nvPr>
        </p:nvSpPr>
        <p:spPr/>
        <p:txBody>
          <a:bodyPr>
            <a:noAutofit/>
          </a:bodyPr>
          <a:lstStyle/>
          <a:p>
            <a:pPr marL="0" indent="0">
              <a:buNone/>
            </a:pPr>
            <a:r>
              <a:rPr lang="en-US" sz="3600" dirty="0">
                <a:latin typeface="Times New Roman" panose="02020603050405020304" pitchFamily="18" charset="0"/>
                <a:cs typeface="Times New Roman" panose="02020603050405020304" pitchFamily="18" charset="0"/>
              </a:rPr>
              <a:t>Brief overview</a:t>
            </a:r>
          </a:p>
          <a:p>
            <a:pPr marL="0" indent="0">
              <a:buNone/>
            </a:pPr>
            <a:r>
              <a:rPr lang="en-US" sz="3600" dirty="0">
                <a:latin typeface="Times New Roman" panose="02020603050405020304" pitchFamily="18" charset="0"/>
                <a:cs typeface="Times New Roman" panose="02020603050405020304" pitchFamily="18" charset="0"/>
              </a:rPr>
              <a:t> Statement of the problem </a:t>
            </a:r>
          </a:p>
          <a:p>
            <a:pPr marL="0" indent="0">
              <a:buNone/>
            </a:pPr>
            <a:r>
              <a:rPr lang="en-US" sz="3600" dirty="0">
                <a:latin typeface="Times New Roman" panose="02020603050405020304" pitchFamily="18" charset="0"/>
                <a:cs typeface="Times New Roman" panose="02020603050405020304" pitchFamily="18" charset="0"/>
              </a:rPr>
              <a:t>Proposed system </a:t>
            </a:r>
          </a:p>
          <a:p>
            <a:pPr marL="0" indent="0">
              <a:buNone/>
            </a:pPr>
            <a:r>
              <a:rPr lang="en-US" sz="3600" dirty="0">
                <a:latin typeface="Times New Roman" panose="02020603050405020304" pitchFamily="18" charset="0"/>
                <a:cs typeface="Times New Roman" panose="02020603050405020304" pitchFamily="18" charset="0"/>
              </a:rPr>
              <a:t>Overview</a:t>
            </a:r>
          </a:p>
          <a:p>
            <a:pPr marL="0" indent="0">
              <a:buNone/>
            </a:pPr>
            <a:r>
              <a:rPr lang="en-US" sz="3600" dirty="0">
                <a:latin typeface="Times New Roman" panose="02020603050405020304" pitchFamily="18" charset="0"/>
                <a:cs typeface="Times New Roman" panose="02020603050405020304" pitchFamily="18" charset="0"/>
              </a:rPr>
              <a:t> Tools &amp; Technology</a:t>
            </a:r>
          </a:p>
          <a:p>
            <a:pPr marL="0" indent="0">
              <a:buNone/>
            </a:pPr>
            <a:r>
              <a:rPr lang="en-US" sz="3600" dirty="0">
                <a:latin typeface="Times New Roman" panose="02020603050405020304" pitchFamily="18" charset="0"/>
                <a:cs typeface="Times New Roman" panose="02020603050405020304" pitchFamily="18" charset="0"/>
              </a:rPr>
              <a:t> Expected Outcome </a:t>
            </a:r>
          </a:p>
        </p:txBody>
      </p:sp>
    </p:spTree>
    <p:extLst>
      <p:ext uri="{BB962C8B-B14F-4D97-AF65-F5344CB8AC3E}">
        <p14:creationId xmlns:p14="http://schemas.microsoft.com/office/powerpoint/2010/main" val="1368385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Black" panose="020B0A04020102020204" pitchFamily="34" charset="0"/>
              </a:rPr>
              <a:t>Overview</a:t>
            </a:r>
          </a:p>
        </p:txBody>
      </p:sp>
      <p:sp>
        <p:nvSpPr>
          <p:cNvPr id="3" name="Content Placeholder 2"/>
          <p:cNvSpPr>
            <a:spLocks noGrp="1"/>
          </p:cNvSpPr>
          <p:nvPr>
            <p:ph idx="1"/>
          </p:nvPr>
        </p:nvSpPr>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With the advancement in the technology, in the world people are trying to get things on the desk without wasting anytime as nowadays time is the most important thing in the world. Because of technology people are trying to get knowledge of their jobs as well. Organizations also have to advertise about the jobs in newspapers and television which is time consuming </a:t>
            </a:r>
            <a:r>
              <a:rPr lang="en-US" dirty="0"/>
              <a:t>. </a:t>
            </a:r>
          </a:p>
        </p:txBody>
      </p:sp>
    </p:spTree>
    <p:extLst>
      <p:ext uri="{BB962C8B-B14F-4D97-AF65-F5344CB8AC3E}">
        <p14:creationId xmlns:p14="http://schemas.microsoft.com/office/powerpoint/2010/main" val="2994090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Black" panose="020B0A04020102020204" pitchFamily="34" charset="0"/>
              </a:rPr>
              <a:t>Problem Statement</a:t>
            </a:r>
          </a:p>
        </p:txBody>
      </p:sp>
      <p:sp>
        <p:nvSpPr>
          <p:cNvPr id="3" name="Content Placeholder 2"/>
          <p:cNvSpPr>
            <a:spLocks noGrp="1"/>
          </p:cNvSpPr>
          <p:nvPr>
            <p:ph idx="1"/>
          </p:nvPr>
        </p:nvSpPr>
        <p:spPr>
          <a:xfrm>
            <a:off x="677334" y="1624263"/>
            <a:ext cx="8695266" cy="4417099"/>
          </a:xfrm>
        </p:spPr>
        <p:txBody>
          <a:bodyPr>
            <a:noAutofit/>
          </a:bodyPr>
          <a:lstStyle/>
          <a:p>
            <a:pPr marL="0" indent="0">
              <a:buNone/>
            </a:pPr>
            <a:r>
              <a:rPr lang="en-US" sz="3200" dirty="0"/>
              <a:t>The problem arose when one wanted to organize an event. The amount of time that was wasted in finding all services required robbed the customer of enjoying the joys of an occasion. Since, there was a non-availability of a user-friendly platform that not only housed a variety of services but also at the most competitive rates. </a:t>
            </a:r>
          </a:p>
        </p:txBody>
      </p:sp>
    </p:spTree>
    <p:extLst>
      <p:ext uri="{BB962C8B-B14F-4D97-AF65-F5344CB8AC3E}">
        <p14:creationId xmlns:p14="http://schemas.microsoft.com/office/powerpoint/2010/main" val="1092249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Black" panose="020B0A04020102020204" pitchFamily="34" charset="0"/>
              </a:rPr>
              <a:t>Introduction </a:t>
            </a:r>
          </a:p>
        </p:txBody>
      </p:sp>
      <p:sp>
        <p:nvSpPr>
          <p:cNvPr id="3" name="Content Placeholder 2"/>
          <p:cNvSpPr>
            <a:spLocks noGrp="1"/>
          </p:cNvSpPr>
          <p:nvPr>
            <p:ph idx="1"/>
          </p:nvPr>
        </p:nvSpPr>
        <p:spPr>
          <a:xfrm>
            <a:off x="665302" y="1438694"/>
            <a:ext cx="10319529" cy="4071769"/>
          </a:xfrm>
        </p:spPr>
        <p:txBody>
          <a:bodyPr>
            <a:noAutofit/>
          </a:bodyPr>
          <a:lstStyle/>
          <a:p>
            <a:pPr marL="0" indent="0">
              <a:buNone/>
            </a:pPr>
            <a:r>
              <a:rPr lang="en-IN" sz="3200" dirty="0"/>
              <a:t>Event management is the process by which an event is planned, prepared, and produced. As with any other form of management, it encompasses the assessment, definition, acquisition, allocation, direction, control, and analysis of time, finances, people, products, services, and other resources to achieve objectives. An event manager's job is to oversee and arrange every aspect of an event, including researching, planning, organizing, implementing, controlling, and evaluating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808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a:solidFill>
                  <a:srgbClr val="FF0000"/>
                </a:solidFill>
                <a:latin typeface="Arial Black" panose="020B0A04020102020204" pitchFamily="34" charset="0"/>
              </a:rPr>
              <a:t>Purpose</a:t>
            </a:r>
          </a:p>
        </p:txBody>
      </p:sp>
      <p:sp>
        <p:nvSpPr>
          <p:cNvPr id="3" name="Content Placeholder 2"/>
          <p:cNvSpPr>
            <a:spLocks noGrp="1"/>
          </p:cNvSpPr>
          <p:nvPr>
            <p:ph idx="1"/>
          </p:nvPr>
        </p:nvSpPr>
        <p:spPr/>
        <p:txBody>
          <a:bodyPr>
            <a:normAutofit/>
          </a:bodyPr>
          <a:lstStyle/>
          <a:p>
            <a:pPr marL="0" indent="0">
              <a:buNone/>
            </a:pPr>
            <a:r>
              <a:rPr lang="en-US" sz="3600" dirty="0">
                <a:latin typeface="Times New Roman" panose="02020603050405020304" pitchFamily="18" charset="0"/>
                <a:cs typeface="Times New Roman" panose="02020603050405020304" pitchFamily="18" charset="0"/>
              </a:rPr>
              <a:t>The purpose of designing the event Management System is to give the platform for the users to book their events online by giving details of their events and information. So that they will directly contact the admin for the events. </a:t>
            </a:r>
          </a:p>
        </p:txBody>
      </p:sp>
    </p:spTree>
    <p:extLst>
      <p:ext uri="{BB962C8B-B14F-4D97-AF65-F5344CB8AC3E}">
        <p14:creationId xmlns:p14="http://schemas.microsoft.com/office/powerpoint/2010/main" val="4283057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dirty="0">
                <a:solidFill>
                  <a:srgbClr val="FF0000"/>
                </a:solidFill>
                <a:latin typeface="Arial Black" panose="020B0A04020102020204" pitchFamily="34" charset="0"/>
              </a:rPr>
              <a:t>Scope </a:t>
            </a:r>
          </a:p>
        </p:txBody>
      </p:sp>
      <p:sp>
        <p:nvSpPr>
          <p:cNvPr id="3" name="Content Placeholder 2"/>
          <p:cNvSpPr>
            <a:spLocks noGrp="1"/>
          </p:cNvSpPr>
          <p:nvPr>
            <p:ph idx="1"/>
          </p:nvPr>
        </p:nvSpPr>
        <p:spPr/>
        <p:txBody>
          <a:bodyPr>
            <a:normAutofit fontScale="92500"/>
          </a:bodyPr>
          <a:lstStyle/>
          <a:p>
            <a:r>
              <a:rPr lang="en-US" dirty="0"/>
              <a:t>   </a:t>
            </a:r>
            <a:r>
              <a:rPr lang="en-IN" sz="3200" dirty="0"/>
              <a:t>Event Management courses are the talk of the town nowadays because of the element of glitz, glamour, flamboyance and style associated with important social and corporate events like marriages, birthday parties, company conferences, seminars, workshops, product launches and a host of other activities.</a:t>
            </a:r>
          </a:p>
          <a:p>
            <a:r>
              <a:rPr lang="en-IN" sz="3200" dirty="0"/>
              <a:t>With the fashion and film industry evolving, engulfing and dominating our lifestyle like never before, there is a surge of fashion &amp; celebrity shows, film awards, celebrity promotions, road shows and more. </a:t>
            </a:r>
          </a:p>
        </p:txBody>
      </p:sp>
    </p:spTree>
    <p:extLst>
      <p:ext uri="{BB962C8B-B14F-4D97-AF65-F5344CB8AC3E}">
        <p14:creationId xmlns:p14="http://schemas.microsoft.com/office/powerpoint/2010/main" val="4194685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bg2">
              <a:lumMod val="25000"/>
            </a:schemeClr>
          </a:solidFill>
        </p:spPr>
        <p:txBody>
          <a:bodyPr/>
          <a:lstStyle/>
          <a:p>
            <a:pPr algn="ctr"/>
            <a:r>
              <a:rPr lang="en-US" dirty="0">
                <a:solidFill>
                  <a:srgbClr val="FF0000"/>
                </a:solidFill>
                <a:latin typeface="Arial Black" panose="020B0A04020102020204" pitchFamily="34" charset="0"/>
              </a:rPr>
              <a:t>Main Module</a:t>
            </a:r>
          </a:p>
        </p:txBody>
      </p:sp>
      <p:sp>
        <p:nvSpPr>
          <p:cNvPr id="3" name="Content Placeholder 2"/>
          <p:cNvSpPr>
            <a:spLocks noGrp="1"/>
          </p:cNvSpPr>
          <p:nvPr>
            <p:ph idx="1"/>
          </p:nvPr>
        </p:nvSpPr>
        <p:spPr/>
        <p:txBody>
          <a:bodyPr/>
          <a:lstStyle/>
          <a:p>
            <a:pPr marL="0" indent="0">
              <a:buNone/>
            </a:pPr>
            <a:endParaRPr lang="en-US" b="1" spc="50" dirty="0">
              <a:ln w="0"/>
              <a:solidFill>
                <a:schemeClr val="bg2"/>
              </a:solidFill>
              <a:effectLst>
                <a:innerShdw blurRad="63500" dist="50800" dir="13500000">
                  <a:srgbClr val="000000">
                    <a:alpha val="50000"/>
                  </a:srgbClr>
                </a:innerShdw>
              </a:effectLst>
            </a:endParaRPr>
          </a:p>
          <a:p>
            <a:endParaRPr lang="en-US" dirty="0"/>
          </a:p>
        </p:txBody>
      </p:sp>
      <p:sp>
        <p:nvSpPr>
          <p:cNvPr id="5" name="Rectangle 4"/>
          <p:cNvSpPr/>
          <p:nvPr/>
        </p:nvSpPr>
        <p:spPr>
          <a:xfrm>
            <a:off x="1646121" y="2976375"/>
            <a:ext cx="6890199" cy="8242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Customers</a:t>
            </a:r>
          </a:p>
        </p:txBody>
      </p:sp>
      <p:sp>
        <p:nvSpPr>
          <p:cNvPr id="7" name="Rectangle 6"/>
          <p:cNvSpPr/>
          <p:nvPr/>
        </p:nvSpPr>
        <p:spPr>
          <a:xfrm>
            <a:off x="1610027" y="4359405"/>
            <a:ext cx="6890197" cy="8242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Admin of site</a:t>
            </a:r>
          </a:p>
        </p:txBody>
      </p:sp>
    </p:spTree>
    <p:extLst>
      <p:ext uri="{BB962C8B-B14F-4D97-AF65-F5344CB8AC3E}">
        <p14:creationId xmlns:p14="http://schemas.microsoft.com/office/powerpoint/2010/main" val="2196493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Black" panose="020B0A04020102020204" pitchFamily="34" charset="0"/>
              </a:rPr>
              <a:t>Tools &amp; Technology</a:t>
            </a:r>
          </a:p>
        </p:txBody>
      </p:sp>
      <p:sp>
        <p:nvSpPr>
          <p:cNvPr id="3" name="Content Placeholder 2"/>
          <p:cNvSpPr>
            <a:spLocks noGrp="1"/>
          </p:cNvSpPr>
          <p:nvPr>
            <p:ph idx="1"/>
          </p:nvPr>
        </p:nvSpPr>
        <p:spPr>
          <a:xfrm>
            <a:off x="677334" y="1468193"/>
            <a:ext cx="8596668" cy="4573170"/>
          </a:xfrm>
        </p:spPr>
        <p:txBody>
          <a:bodyPr>
            <a:noAutofit/>
          </a:bodyPr>
          <a:lstStyle/>
          <a:p>
            <a:r>
              <a:rPr lang="en-US" sz="3600" dirty="0">
                <a:latin typeface="Times New Roman" panose="02020603050405020304" pitchFamily="18" charset="0"/>
                <a:cs typeface="Times New Roman" panose="02020603050405020304" pitchFamily="18" charset="0"/>
              </a:rPr>
              <a:t></a:t>
            </a:r>
            <a:r>
              <a:rPr lang="en-US" sz="3600" dirty="0" err="1">
                <a:latin typeface="Times New Roman" panose="02020603050405020304" pitchFamily="18" charset="0"/>
                <a:cs typeface="Times New Roman" panose="02020603050405020304" pitchFamily="18" charset="0"/>
              </a:rPr>
              <a:t>Php</a:t>
            </a:r>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My </a:t>
            </a:r>
            <a:r>
              <a:rPr lang="en-US" sz="3600" dirty="0" err="1">
                <a:latin typeface="Times New Roman" panose="02020603050405020304" pitchFamily="18" charset="0"/>
                <a:cs typeface="Times New Roman" panose="02020603050405020304" pitchFamily="18" charset="0"/>
              </a:rPr>
              <a:t>Sql</a:t>
            </a:r>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 HTML</a:t>
            </a:r>
          </a:p>
          <a:p>
            <a:r>
              <a:rPr lang="en-US" sz="3600" dirty="0">
                <a:latin typeface="Times New Roman" panose="02020603050405020304" pitchFamily="18" charset="0"/>
                <a:cs typeface="Times New Roman" panose="02020603050405020304" pitchFamily="18" charset="0"/>
              </a:rPr>
              <a:t> CSS </a:t>
            </a:r>
          </a:p>
          <a:p>
            <a:r>
              <a:rPr lang="en-US" sz="3600" dirty="0">
                <a:latin typeface="Times New Roman" panose="02020603050405020304" pitchFamily="18" charset="0"/>
                <a:cs typeface="Times New Roman" panose="02020603050405020304" pitchFamily="18" charset="0"/>
              </a:rPr>
              <a:t>Java script </a:t>
            </a:r>
          </a:p>
          <a:p>
            <a:r>
              <a:rPr lang="en-US" sz="3600" dirty="0">
                <a:latin typeface="Times New Roman" panose="02020603050405020304" pitchFamily="18" charset="0"/>
                <a:cs typeface="Times New Roman" panose="02020603050405020304" pitchFamily="18" charset="0"/>
              </a:rPr>
              <a:t>Notepad++</a:t>
            </a:r>
          </a:p>
          <a:p>
            <a:r>
              <a:rPr lang="en-US" sz="3600" dirty="0">
                <a:latin typeface="Times New Roman" panose="02020603050405020304" pitchFamily="18" charset="0"/>
                <a:cs typeface="Times New Roman" panose="02020603050405020304" pitchFamily="18" charset="0"/>
              </a:rPr>
              <a:t>XAMPP server</a:t>
            </a:r>
          </a:p>
          <a:p>
            <a:r>
              <a:rPr lang="en-US" sz="3600" dirty="0">
                <a:latin typeface="Times New Roman" panose="02020603050405020304" pitchFamily="18" charset="0"/>
                <a:cs typeface="Times New Roman" panose="02020603050405020304" pitchFamily="18" charset="0"/>
              </a:rPr>
              <a:t>Bootstrap</a:t>
            </a:r>
          </a:p>
        </p:txBody>
      </p:sp>
    </p:spTree>
    <p:extLst>
      <p:ext uri="{BB962C8B-B14F-4D97-AF65-F5344CB8AC3E}">
        <p14:creationId xmlns:p14="http://schemas.microsoft.com/office/powerpoint/2010/main" val="957342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Black" panose="020B0A04020102020204" pitchFamily="34" charset="0"/>
              </a:rPr>
              <a:t>ER-Diagram</a:t>
            </a:r>
          </a:p>
        </p:txBody>
      </p:sp>
      <p:pic>
        <p:nvPicPr>
          <p:cNvPr id="6" name="Picture 5" descr="Letsgo-Event-Management-and-Booking-App.png"/>
          <p:cNvPicPr>
            <a:picLocks noChangeAspect="1"/>
          </p:cNvPicPr>
          <p:nvPr/>
        </p:nvPicPr>
        <p:blipFill>
          <a:blip r:embed="rId2"/>
          <a:stretch>
            <a:fillRect/>
          </a:stretch>
        </p:blipFill>
        <p:spPr>
          <a:xfrm>
            <a:off x="3610181" y="1243595"/>
            <a:ext cx="4751766" cy="5277521"/>
          </a:xfrm>
          <a:prstGeom prst="rect">
            <a:avLst/>
          </a:prstGeom>
        </p:spPr>
      </p:pic>
    </p:spTree>
    <p:extLst>
      <p:ext uri="{BB962C8B-B14F-4D97-AF65-F5344CB8AC3E}">
        <p14:creationId xmlns:p14="http://schemas.microsoft.com/office/powerpoint/2010/main" val="583026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Black" panose="020B0A04020102020204" pitchFamily="34" charset="0"/>
              </a:rPr>
              <a:t>Homepage of my website</a:t>
            </a:r>
          </a:p>
        </p:txBody>
      </p:sp>
      <p:pic>
        <p:nvPicPr>
          <p:cNvPr id="5" name="Picture 4"/>
          <p:cNvPicPr/>
          <p:nvPr/>
        </p:nvPicPr>
        <p:blipFill>
          <a:blip r:embed="rId2"/>
          <a:stretch>
            <a:fillRect/>
          </a:stretch>
        </p:blipFill>
        <p:spPr>
          <a:xfrm>
            <a:off x="986589" y="1515978"/>
            <a:ext cx="7712241" cy="4535905"/>
          </a:xfrm>
          <a:prstGeom prst="rect">
            <a:avLst/>
          </a:prstGeom>
        </p:spPr>
      </p:pic>
    </p:spTree>
    <p:extLst>
      <p:ext uri="{BB962C8B-B14F-4D97-AF65-F5344CB8AC3E}">
        <p14:creationId xmlns:p14="http://schemas.microsoft.com/office/powerpoint/2010/main" val="8372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Black" panose="020B0A04020102020204" pitchFamily="34" charset="0"/>
              </a:rPr>
              <a:t>Portfolio:</a:t>
            </a:r>
          </a:p>
        </p:txBody>
      </p:sp>
      <p:pic>
        <p:nvPicPr>
          <p:cNvPr id="1026" name="Picture 2"/>
          <p:cNvPicPr>
            <a:picLocks noChangeAspect="1" noChangeArrowheads="1"/>
          </p:cNvPicPr>
          <p:nvPr/>
        </p:nvPicPr>
        <p:blipFill>
          <a:blip r:embed="rId2"/>
          <a:srcRect l="1637" t="3596"/>
          <a:stretch>
            <a:fillRect/>
          </a:stretch>
        </p:blipFill>
        <p:spPr bwMode="auto">
          <a:xfrm>
            <a:off x="739035" y="1615859"/>
            <a:ext cx="8580329" cy="4727989"/>
          </a:xfrm>
          <a:prstGeom prst="rect">
            <a:avLst/>
          </a:prstGeom>
          <a:noFill/>
          <a:ln w="9525">
            <a:noFill/>
            <a:miter lim="800000"/>
            <a:headEnd/>
            <a:tailEnd/>
          </a:ln>
          <a:effectLst/>
        </p:spPr>
      </p:pic>
    </p:spTree>
    <p:extLst>
      <p:ext uri="{BB962C8B-B14F-4D97-AF65-F5344CB8AC3E}">
        <p14:creationId xmlns:p14="http://schemas.microsoft.com/office/powerpoint/2010/main" val="3560165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379076"/>
          </a:xfrm>
        </p:spPr>
        <p:txBody>
          <a:bodyPr>
            <a:normAutofit/>
          </a:bodyPr>
          <a:lstStyle/>
          <a:p>
            <a:pPr algn="ctr"/>
            <a:br>
              <a:rPr lang="en-US" sz="9600" b="1" dirty="0">
                <a:latin typeface="Arial Black" panose="020B0A04020102020204" pitchFamily="34" charset="0"/>
              </a:rPr>
            </a:br>
            <a:r>
              <a:rPr lang="en-US" sz="9600" b="1" dirty="0">
                <a:latin typeface="Arial Black" panose="020B0A04020102020204" pitchFamily="34" charset="0"/>
              </a:rPr>
              <a:t>Thank You</a:t>
            </a:r>
          </a:p>
        </p:txBody>
      </p:sp>
    </p:spTree>
    <p:extLst>
      <p:ext uri="{BB962C8B-B14F-4D97-AF65-F5344CB8AC3E}">
        <p14:creationId xmlns:p14="http://schemas.microsoft.com/office/powerpoint/2010/main" val="3314675127"/>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Opulent</Template>
  <TotalTime>62</TotalTime>
  <Words>429</Words>
  <Application>Microsoft Office PowerPoint</Application>
  <PresentationFormat>Widescreen</PresentationFormat>
  <Paragraphs>43</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 Black</vt:lpstr>
      <vt:lpstr>Calibri</vt:lpstr>
      <vt:lpstr>Times New Roman</vt:lpstr>
      <vt:lpstr>Trebuchet MS</vt:lpstr>
      <vt:lpstr>Wingdings</vt:lpstr>
      <vt:lpstr>Wingdings 2</vt:lpstr>
      <vt:lpstr>Opulent</vt:lpstr>
      <vt:lpstr>Event Management System</vt:lpstr>
      <vt:lpstr>Agenda</vt:lpstr>
      <vt:lpstr>Overview</vt:lpstr>
      <vt:lpstr>Problem Statement</vt:lpstr>
      <vt:lpstr>Introduction </vt:lpstr>
      <vt:lpstr> Purpose</vt:lpstr>
      <vt:lpstr> Scope </vt:lpstr>
      <vt:lpstr>Main Module</vt:lpstr>
      <vt:lpstr>Tools &amp; Technology</vt:lpstr>
      <vt:lpstr>ER-Diagram</vt:lpstr>
      <vt:lpstr>Homepage of my website</vt:lpstr>
      <vt:lpstr>Portfolio:</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job portal</dc:title>
  <dc:creator>Windows User</dc:creator>
  <cp:lastModifiedBy>SHUBHAM NANDEDKAR</cp:lastModifiedBy>
  <cp:revision>12</cp:revision>
  <dcterms:created xsi:type="dcterms:W3CDTF">2018-05-04T17:16:23Z</dcterms:created>
  <dcterms:modified xsi:type="dcterms:W3CDTF">2024-03-29T07:16:07Z</dcterms:modified>
</cp:coreProperties>
</file>